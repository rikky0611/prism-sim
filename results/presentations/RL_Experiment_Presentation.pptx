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Learning Context-Dependent Procedure Assistant Policies with Deep RL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Optimizing Interruption-Failure Tradeoffs</a:t>
            </a:r>
          </a:p>
          <a:p/>
          <a:p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Research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Challenge: When should AI assistants intervene?</a:t>
            </a:r>
          </a:p>
          <a:p>
            <a:pPr>
              <a:defRPr sz="1800"/>
            </a:pPr>
            <a:r>
              <a:t>Interruptions are costly:</a:t>
            </a:r>
          </a:p>
          <a:p>
            <a:pPr>
              <a:defRPr sz="1800"/>
            </a:pPr>
            <a:r>
              <a:t>  • Distraction and cognitive load</a:t>
            </a:r>
          </a:p>
          <a:p>
            <a:pPr>
              <a:defRPr sz="1800"/>
            </a:pPr>
            <a:r>
              <a:t>  • User annoyance</a:t>
            </a:r>
          </a:p>
          <a:p>
            <a:pPr>
              <a:defRPr sz="1800"/>
            </a:pPr>
            <a:r>
              <a:t>Failures are costly:</a:t>
            </a:r>
          </a:p>
          <a:p>
            <a:pPr>
              <a:defRPr sz="1800"/>
            </a:pPr>
            <a:r>
              <a:t>  • Task errors</a:t>
            </a:r>
          </a:p>
          <a:p>
            <a:pPr>
              <a:defRPr sz="1800"/>
            </a:pPr>
            <a:r>
              <a:t>  • Safety risks</a:t>
            </a:r>
          </a:p>
          <a:p>
            <a:pPr>
              <a:defRPr sz="1800"/>
            </a:pPr>
            <a:r>
              <a:t>Key insight: Optimal strategy depends on context (cost structure)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POMDP Formulation:</a:t>
            </a:r>
          </a:p>
          <a:p>
            <a:pPr>
              <a:defRPr sz="1800"/>
            </a:pPr>
            <a:r>
              <a:t>  • State: step, time, memory</a:t>
            </a:r>
          </a:p>
          <a:p>
            <a:pPr>
              <a:defRPr sz="1800"/>
            </a:pPr>
            <a:r>
              <a:t>  • Actions: silent, remind, confirm</a:t>
            </a:r>
          </a:p>
          <a:p>
            <a:pPr>
              <a:defRPr sz="1800"/>
            </a:pPr>
            <a:r>
              <a:t>Cost Function: R = -c_int × interruptions - c_fail × failures</a:t>
            </a:r>
          </a:p>
          <a:p>
            <a:pPr>
              <a:defRPr sz="1800"/>
            </a:pPr>
            <a:r>
              <a:t>Deep RL: PPO to learn optimal policies</a:t>
            </a:r>
          </a:p>
          <a:p>
            <a:pPr>
              <a:defRPr sz="1800"/>
            </a:pPr>
            <a:r>
              <a:t>Baseline Policies: Random, Proactive, Reactive (hand-crafted heuristics)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Environment: 5-step cooking procedure</a:t>
            </a:r>
          </a:p>
          <a:p>
            <a:pPr>
              <a:defRPr sz="1800"/>
            </a:pPr>
            <a:r>
              <a:t>State: Current step, elapsed time, memory vector</a:t>
            </a:r>
          </a:p>
          <a:p>
            <a:pPr>
              <a:defRPr sz="1800"/>
            </a:pPr>
            <a:r>
              <a:t>Memory dynamics: Forgetting (λ) and reminder boost (Δ)</a:t>
            </a:r>
          </a:p>
          <a:p>
            <a:pPr>
              <a:defRPr sz="1800"/>
            </a:pPr>
            <a:r>
              <a:t>Training: PPO with 50k timesteps</a:t>
            </a:r>
          </a:p>
          <a:p>
            <a:pPr>
              <a:defRPr sz="1800"/>
            </a:pPr>
            <a:r>
              <a:t>Evaluation: 100 episodes per policy</a:t>
            </a:r>
          </a:p>
          <a:p>
            <a:pPr>
              <a:defRPr sz="1800"/>
            </a:pPr>
            <a:r>
              <a:t>Cost regimes: Varying c_int and c_fail ratios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Single Regime Results (Balanced: c_int=5, c_fail=12)</a:t>
            </a:r>
          </a:p>
        </p:txBody>
      </p:sp>
      <p:pic>
        <p:nvPicPr>
          <p:cNvPr id="4" name="Picture 3" descr="rl_comparison_bal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5279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RL_PPO achieves -58.92 vs Reactive -75.85 (22.3% improvement) with 0 interruptions, 1.46 failures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"Strategic Silence"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Discovery: RL learned to NEVER interrupt (0.00 interventions)</a:t>
            </a:r>
          </a:p>
          <a:p>
            <a:pPr>
              <a:defRPr sz="1800"/>
            </a:pPr>
            <a:r>
              <a:t>Why optimal?</a:t>
            </a:r>
          </a:p>
          <a:p>
            <a:pPr>
              <a:defRPr sz="1800"/>
            </a:pPr>
            <a:r>
              <a:t>  • Interruption cost: 5</a:t>
            </a:r>
          </a:p>
          <a:p>
            <a:pPr>
              <a:defRPr sz="1800"/>
            </a:pPr>
            <a:r>
              <a:t>  • Benefit: preventing ~0.5 failures × 12 = 6</a:t>
            </a:r>
          </a:p>
          <a:p>
            <a:pPr>
              <a:defRPr sz="1800"/>
            </a:pPr>
            <a:r>
              <a:t>  • Net: Not worth it in this regime</a:t>
            </a:r>
          </a:p>
          <a:p>
            <a:pPr>
              <a:defRPr sz="1800"/>
            </a:pPr>
            <a:r>
              <a:t>Interpretation: Silence minimizes total cost</a:t>
            </a:r>
          </a:p>
          <a:p>
            <a:pPr>
              <a:defRPr sz="1800"/>
            </a:pPr>
            <a:r>
              <a:t>HCI insight: Optimal ≠ Maximum assistance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Multi-Regime 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Question: Does RL adapt to different cost structures?</a:t>
            </a:r>
          </a:p>
          <a:p>
            <a:pPr>
              <a:defRPr sz="1800"/>
            </a:pPr>
            <a:r>
              <a:t>Approach: Train on 5 regimes with varying c_fail/c_int ratios</a:t>
            </a:r>
          </a:p>
          <a:p>
            <a:pPr>
              <a:defRPr sz="1800"/>
            </a:pPr>
            <a:r>
              <a:t>Parameters:</a:t>
            </a:r>
          </a:p>
          <a:p>
            <a:pPr>
              <a:defRPr sz="1800"/>
            </a:pPr>
            <a:r>
              <a:t>  • Increased failure risk (f0=0.6, λ=0.10)</a:t>
            </a:r>
          </a:p>
          <a:p>
            <a:pPr>
              <a:defRPr sz="1800"/>
            </a:pPr>
            <a:r>
              <a:t>  • Makes interventions more valuable</a:t>
            </a:r>
          </a:p>
          <a:p>
            <a:pPr>
              <a:defRPr sz="1800"/>
            </a:pPr>
            <a:r>
              <a:t>Goal: Test context-dependent adaptation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Multi-Regime Results</a:t>
            </a:r>
          </a:p>
        </p:txBody>
      </p:sp>
      <p:pic>
        <p:nvPicPr>
          <p:cNvPr id="4" name="Picture 3" descr="rl_multi_regim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9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Top: Performance, Interventions, Failures across regimes. Bottom: RL improvement %, Intervention vs ratio, Trade-off scatter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Context-Dependent Adaptation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Discovery: Threshold-based switching at ratio ≈ 10. Range: 0 to 19.8 interventions (20× difference)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Cost Regime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Ratio (c_fail/c_int)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RL Interventions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Behavior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Very High Stakes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 Stakes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Moderate (V1)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SELECTIVE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Moderate-Low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SILENT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Low Stakes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SILENT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Most Interesting: Selective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Moderate regime (V1): 2.14 interventions</a:t>
            </a:r>
          </a:p>
          <a:p>
            <a:pPr>
              <a:defRPr sz="1800"/>
            </a:pPr>
            <a:r>
              <a:t>Not too active (vs 16.5 for Proactive)</a:t>
            </a:r>
          </a:p>
          <a:p>
            <a:pPr>
              <a:defRPr sz="1800"/>
            </a:pPr>
            <a:r>
              <a:t>Not too passive (vs 0 for most regimes)</a:t>
            </a:r>
          </a:p>
          <a:p>
            <a:pPr>
              <a:defRPr sz="1800"/>
            </a:pPr>
            <a:r>
              <a:t>Performance: +2.8% better than best baseline</a:t>
            </a:r>
          </a:p>
          <a:p>
            <a:pPr>
              <a:defRPr sz="1800"/>
            </a:pPr>
            <a:r>
              <a:t>Goldilocks zone: Learned nuanced intervention timing</a:t>
            </a:r>
          </a:p>
          <a:p>
            <a:pPr>
              <a:defRPr sz="1800"/>
            </a:pPr>
            <a:r>
              <a:t>Shows RL can discover middle-ground strategies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✓ RL adapts to context:</a:t>
            </a:r>
          </a:p>
          <a:p>
            <a:pPr>
              <a:defRPr sz="1800"/>
            </a:pPr>
            <a:r>
              <a:t>  • 20× difference in behavior (0 vs 19.8 interventions)</a:t>
            </a:r>
          </a:p>
          <a:p>
            <a:pPr>
              <a:defRPr sz="1800"/>
            </a:pPr>
            <a:r>
              <a:t>✓ Learns threshold policy:</a:t>
            </a:r>
          </a:p>
          <a:p>
            <a:pPr>
              <a:defRPr sz="1800"/>
            </a:pPr>
            <a:r>
              <a:t>  • Switches at ratio ≈ 10</a:t>
            </a:r>
          </a:p>
          <a:p>
            <a:pPr>
              <a:defRPr sz="1800"/>
            </a:pPr>
            <a:r>
              <a:t>✓ Can learn selective strategies:</a:t>
            </a:r>
          </a:p>
          <a:p>
            <a:pPr>
              <a:defRPr sz="1800"/>
            </a:pPr>
            <a:r>
              <a:t>  • 2.14 interventions in sweet spot</a:t>
            </a:r>
          </a:p>
          <a:p>
            <a:pPr>
              <a:defRPr sz="1800"/>
            </a:pPr>
            <a:r>
              <a:t>✗ Struggles in very high-stakes:</a:t>
            </a:r>
          </a:p>
          <a:p>
            <a:pPr>
              <a:defRPr sz="1800"/>
            </a:pPr>
            <a:r>
              <a:t>  • Too aggressive, underperforms baselines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HCI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Rethinking assistance: Optimal ≠ Always helping</a:t>
            </a:r>
          </a:p>
          <a:p>
            <a:pPr>
              <a:defRPr sz="1800"/>
            </a:pPr>
            <a:r>
              <a:t>Context-aware systems:</a:t>
            </a:r>
          </a:p>
          <a:p>
            <a:pPr>
              <a:defRPr sz="1800"/>
            </a:pPr>
            <a:r>
              <a:t>  • Single RL framework adapts to user/task context</a:t>
            </a:r>
          </a:p>
          <a:p>
            <a:pPr>
              <a:defRPr sz="1800"/>
            </a:pPr>
            <a:r>
              <a:t>Personalization:</a:t>
            </a:r>
          </a:p>
          <a:p>
            <a:pPr>
              <a:defRPr sz="1800"/>
            </a:pPr>
            <a:r>
              <a:t>  • Can train on individual user cost functions</a:t>
            </a:r>
          </a:p>
          <a:p>
            <a:pPr>
              <a:defRPr sz="1800"/>
            </a:pPr>
            <a:r>
              <a:t>Design principle: Strategic silence is a valid strategy</a:t>
            </a:r>
          </a:p>
          <a:p>
            <a:pPr>
              <a:defRPr sz="1800"/>
            </a:pPr>
            <a:r>
              <a:t>Framework for cost-aware adaptive assistance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Limitations:</a:t>
            </a:r>
          </a:p>
          <a:p>
            <a:pPr>
              <a:defRPr sz="1800"/>
            </a:pPr>
            <a:r>
              <a:t>  • Simulation only (no human subjects)</a:t>
            </a:r>
          </a:p>
          <a:p>
            <a:pPr>
              <a:defRPr sz="1800"/>
            </a:pPr>
            <a:r>
              <a:t>  • Simplified 5-step procedure</a:t>
            </a:r>
          </a:p>
          <a:p>
            <a:pPr>
              <a:defRPr sz="1800"/>
            </a:pPr>
            <a:r>
              <a:t>  • Over-intervenes in very high-stakes</a:t>
            </a:r>
          </a:p>
          <a:p>
            <a:pPr>
              <a:defRPr sz="1800"/>
            </a:pPr>
            <a:r>
              <a:t>Future directions:</a:t>
            </a:r>
          </a:p>
          <a:p>
            <a:pPr>
              <a:defRPr sz="1800"/>
            </a:pPr>
            <a:r>
              <a:t>  • Multi-task RL (single policy for all contexts)</a:t>
            </a:r>
          </a:p>
          <a:p>
            <a:pPr>
              <a:defRPr sz="1800"/>
            </a:pPr>
            <a:r>
              <a:t>  • Human subject validation</a:t>
            </a:r>
          </a:p>
          <a:p>
            <a:pPr>
              <a:defRPr sz="1800"/>
            </a:pPr>
            <a:r>
              <a:t>  • Hierarchical policies for selective intervention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✅ RL significantly outperforms heuristics</a:t>
            </a:r>
          </a:p>
          <a:p>
            <a:pPr>
              <a:defRPr sz="1800"/>
            </a:pPr>
            <a:r>
              <a:t>   (22.3% improvement in balanced regime)</a:t>
            </a:r>
          </a:p>
          <a:p>
            <a:pPr>
              <a:defRPr sz="1800"/>
            </a:pPr>
            <a:r>
              <a:t>✅ Discovers context-dependent strategies automatically</a:t>
            </a:r>
          </a:p>
          <a:p>
            <a:pPr>
              <a:defRPr sz="1800"/>
            </a:pPr>
            <a:r>
              <a:t>✅ Identifies 'strategic silence' as optimal in some contexts</a:t>
            </a:r>
          </a:p>
          <a:p>
            <a:pPr>
              <a:defRPr sz="1800"/>
            </a:pPr>
            <a:r>
              <a:t>⚠️ Challenges remain for selective intervention in high-stakes</a:t>
            </a:r>
          </a:p>
          <a:p>
            <a:pPr>
              <a:defRPr sz="1800"/>
            </a:pPr>
            <a:r>
              <a:t>🔬 Research value: Framework for cost-aware adaptive assistance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