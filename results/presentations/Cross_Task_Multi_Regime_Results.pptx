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Cross-Task Multi-Regime RL Experiments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Learning Context-Dependent Procedure Assistant Policies</a:t>
            </a:r>
          </a:p>
          <a:p>
            <a:r>
              <a:t>Across 7 Tasks and 3 Cost Regimes</a:t>
            </a:r>
          </a:p>
          <a:p/>
          <a:p>
            <a:r>
              <a:t>2026-02-16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✓ Trained 21 RL models (7 tasks × 3 cost regimes) in 31.9 minutes</a:t>
            </a:r>
          </a:p>
          <a:p>
            <a:pPr>
              <a:spcAft>
                <a:spcPts val="1200"/>
              </a:spcAft>
              <a:defRPr sz="1800"/>
            </a:pPr>
            <a:r>
              <a:t>✓ 24.2% mean improvement over baselines</a:t>
            </a:r>
          </a:p>
          <a:p>
            <a:pPr>
              <a:spcAft>
                <a:spcPts val="1200"/>
              </a:spcAft>
              <a:defRPr sz="1800"/>
            </a:pPr>
            <a:r>
              <a:t>✓ 100% success rate - all 21 models beat baselines</a:t>
            </a:r>
          </a:p>
          <a:p>
            <a:pPr>
              <a:spcAft>
                <a:spcPts val="1200"/>
              </a:spcAft>
              <a:defRPr sz="1800"/>
            </a:pPr>
            <a:r>
              <a:t>✓ Key discovery: Strategic silence emerges across all regimes</a:t>
            </a:r>
          </a:p>
          <a:p>
            <a:pPr>
              <a:spcAft>
                <a:spcPts val="1200"/>
              </a:spcAft>
              <a:defRPr sz="1800"/>
            </a:pPr>
            <a:r>
              <a:t>✓ Surprising finding: Lower stakes → MORE interventions</a:t>
            </a:r>
          </a:p>
          <a:p>
            <a:pPr>
              <a:spcAft>
                <a:spcPts val="1200"/>
              </a:spcAft>
              <a:defRPr sz="1800"/>
            </a:pPr>
            <a:r>
              <a:t>✓ Simple tasks show largest gains (30-36% improvement)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Tasks (7): make_cereal, make_coffee, make_tea, make_sandwich,</a:t>
            </a:r>
            <a:br/>
            <a:r>
              <a:t>    cooking, make_stencil, latte_making</a:t>
            </a:r>
          </a:p>
          <a:p>
            <a:pPr>
              <a:spcAft>
                <a:spcPts val="1200"/>
              </a:spcAft>
              <a:defRPr sz="1800"/>
            </a:pPr>
            <a:r>
              <a:t>Cost Regimes (3):</a:t>
            </a:r>
          </a:p>
          <a:p>
            <a:pPr>
              <a:spcAft>
                <a:spcPts val="1200"/>
              </a:spcAft>
              <a:defRPr sz="1800"/>
            </a:pPr>
            <a:r>
              <a:t>  • Very High Stakes: c_int=2, c_fail=30 (ratio=15)</a:t>
            </a:r>
          </a:p>
          <a:p>
            <a:pPr>
              <a:spcAft>
                <a:spcPts val="1200"/>
              </a:spcAft>
              <a:defRPr sz="1800"/>
            </a:pPr>
            <a:r>
              <a:t>  • Balanced: c_int=5, c_fail=15 (ratio=3)</a:t>
            </a:r>
          </a:p>
          <a:p>
            <a:pPr>
              <a:spcAft>
                <a:spcPts val="1200"/>
              </a:spcAft>
              <a:defRPr sz="1800"/>
            </a:pPr>
            <a:r>
              <a:t>  • Moderate Low: c_int=5, c_fail=10 (ratio=2)</a:t>
            </a:r>
          </a:p>
          <a:p>
            <a:pPr>
              <a:spcAft>
                <a:spcPts val="1200"/>
              </a:spcAft>
              <a:defRPr sz="1800"/>
            </a:pPr>
            <a:r>
              <a:t>Training: 50,000 timesteps per model using PPO</a:t>
            </a:r>
          </a:p>
          <a:p>
            <a:pPr>
              <a:spcAft>
                <a:spcPts val="1200"/>
              </a:spcAft>
              <a:defRPr sz="1800"/>
            </a:pPr>
            <a:r>
              <a:t>Evaluation: 100 episodes vs 3 baselines (Random, Proactive, Reactive)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Overall Performance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Mean Improvement: 24.21%</a:t>
            </a:r>
          </a:p>
          <a:p>
            <a:pPr>
              <a:spcAft>
                <a:spcPts val="1200"/>
              </a:spcAft>
              <a:defRPr sz="1800"/>
            </a:pPr>
            <a:r>
              <a:t>Median Improvement: 29.71%</a:t>
            </a:r>
          </a:p>
          <a:p>
            <a:pPr>
              <a:spcAft>
                <a:spcPts val="1200"/>
              </a:spcAft>
              <a:defRPr sz="1800"/>
            </a:pPr>
            <a:r>
              <a:t>Success Rate: 100% (21/21 models)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Best Case: Very High Stakes / Make Cereal</a:t>
            </a:r>
          </a:p>
          <a:p>
            <a:pPr>
              <a:spcAft>
                <a:spcPts val="1200"/>
              </a:spcAft>
              <a:defRPr sz="1800"/>
            </a:pPr>
            <a:r>
              <a:t>    → 35.77% improvement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Worst Case: Moderate Low / Latte Making</a:t>
            </a:r>
          </a:p>
          <a:p>
            <a:pPr>
              <a:spcAft>
                <a:spcPts val="1200"/>
              </a:spcAft>
              <a:defRPr sz="1800"/>
            </a:pPr>
            <a:r>
              <a:t>    → 4.58% improvement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Performance by Cost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Very High Stakes:</a:t>
            </a:r>
          </a:p>
          <a:p>
            <a:pPr>
              <a:spcAft>
                <a:spcPts val="1200"/>
              </a:spcAft>
              <a:defRPr sz="1800"/>
            </a:pPr>
            <a:r>
              <a:t>  • Mean improvement: 25.14%</a:t>
            </a:r>
          </a:p>
          <a:p>
            <a:pPr>
              <a:spcAft>
                <a:spcPts val="1200"/>
              </a:spcAft>
              <a:defRPr sz="1800"/>
            </a:pPr>
            <a:r>
              <a:t>  • Mean interventions: 0.00</a:t>
            </a:r>
          </a:p>
          <a:p>
            <a:pPr>
              <a:spcAft>
                <a:spcPts val="1200"/>
              </a:spcAft>
              <a:defRPr sz="1800"/>
            </a:pPr>
            <a:r>
              <a:t>  • Success rate: 100%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Balanced:</a:t>
            </a:r>
          </a:p>
          <a:p>
            <a:pPr>
              <a:spcAft>
                <a:spcPts val="1200"/>
              </a:spcAft>
              <a:defRPr sz="1800"/>
            </a:pPr>
            <a:r>
              <a:t>  • Mean improvement: 24.76%</a:t>
            </a:r>
          </a:p>
          <a:p>
            <a:pPr>
              <a:spcAft>
                <a:spcPts val="1200"/>
              </a:spcAft>
              <a:defRPr sz="1800"/>
            </a:pPr>
            <a:r>
              <a:t>  • Mean interventions: 0.47</a:t>
            </a:r>
          </a:p>
          <a:p>
            <a:pPr>
              <a:spcAft>
                <a:spcPts val="1200"/>
              </a:spcAft>
              <a:defRPr sz="1800"/>
            </a:pPr>
            <a:r>
              <a:t>  • Success rate: 100%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Moderate Low:</a:t>
            </a:r>
          </a:p>
          <a:p>
            <a:pPr>
              <a:spcAft>
                <a:spcPts val="1200"/>
              </a:spcAft>
              <a:defRPr sz="1800"/>
            </a:pPr>
            <a:r>
              <a:t>  • Mean improvement: 22.72%</a:t>
            </a:r>
          </a:p>
          <a:p>
            <a:pPr>
              <a:spcAft>
                <a:spcPts val="1200"/>
              </a:spcAft>
              <a:defRPr sz="1800"/>
            </a:pPr>
            <a:r>
              <a:t>  • Mean interventions: 3.37</a:t>
            </a:r>
          </a:p>
          <a:p>
            <a:pPr>
              <a:spcAft>
                <a:spcPts val="1200"/>
              </a:spcAft>
              <a:defRPr sz="1800"/>
            </a:pPr>
            <a:r>
              <a:t>  • Success rate: 100%</a:t>
            </a:r>
          </a:p>
          <a:p>
            <a:pPr>
              <a:spcAft>
                <a:spcPts val="1200"/>
              </a:spcAft>
              <a:defRPr sz="180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Performance by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Make Cereal: 35.77% (best: Very High Stakes)</a:t>
            </a:r>
          </a:p>
          <a:p>
            <a:pPr>
              <a:spcAft>
                <a:spcPts val="1200"/>
              </a:spcAft>
              <a:defRPr sz="1800"/>
            </a:pPr>
            <a:r>
              <a:t>Make Coffee: 32.66% (best: Very High Stakes)</a:t>
            </a:r>
          </a:p>
          <a:p>
            <a:pPr>
              <a:spcAft>
                <a:spcPts val="1200"/>
              </a:spcAft>
              <a:defRPr sz="1800"/>
            </a:pPr>
            <a:r>
              <a:t>Make Tea: 33.08% (best: Very High Stakes)</a:t>
            </a:r>
          </a:p>
          <a:p>
            <a:pPr>
              <a:spcAft>
                <a:spcPts val="1200"/>
              </a:spcAft>
              <a:defRPr sz="1800"/>
            </a:pPr>
            <a:r>
              <a:t>Make Sandwich: 30.99% (best: Very High Stakes)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Cooking: 18.84% (best: Very High Stakes)</a:t>
            </a:r>
          </a:p>
          <a:p>
            <a:pPr>
              <a:spcAft>
                <a:spcPts val="1200"/>
              </a:spcAft>
              <a:defRPr sz="1800"/>
            </a:pPr>
            <a:r>
              <a:t>Make Stencil: 5.60% (best: Balanced)</a:t>
            </a:r>
          </a:p>
          <a:p>
            <a:pPr>
              <a:spcAft>
                <a:spcPts val="1200"/>
              </a:spcAft>
              <a:defRPr sz="1800"/>
            </a:pPr>
            <a:r>
              <a:t>Latte Making: 12.51% (best: Very High Stakes)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Key Discovery #1: Strategic Silence Dominates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RL learned minimal intervention across all regimes: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Very High Stakes (ratio=15): 0.00 interruptions</a:t>
            </a:r>
          </a:p>
          <a:p>
            <a:pPr>
              <a:spcAft>
                <a:spcPts val="1200"/>
              </a:spcAft>
              <a:defRPr sz="1800"/>
            </a:pPr>
            <a:r>
              <a:t>• Balanced (ratio=3): 0.47 interruptions</a:t>
            </a:r>
          </a:p>
          <a:p>
            <a:pPr>
              <a:spcAft>
                <a:spcPts val="1200"/>
              </a:spcAft>
              <a:defRPr sz="1800"/>
            </a:pPr>
            <a:r>
              <a:t>• Moderate Low (ratio=2): 3.37 interruptions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Insight: Even with costly failures, staying silent is often optimal</a:t>
            </a:r>
          </a:p>
          <a:p>
            <a:pPr>
              <a:spcAft>
                <a:spcPts val="1200"/>
              </a:spcAft>
              <a:defRPr sz="1800"/>
            </a:pPr>
            <a:r>
              <a:t>when baseline failure risk is high (f0=0.6)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Key Discovery #2: Inverse Cost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Counterintuitive finding: Lower stakes → MORE interventions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Expected (Hypothesis 1):</a:t>
            </a:r>
          </a:p>
          <a:p>
            <a:pPr>
              <a:spcAft>
                <a:spcPts val="1200"/>
              </a:spcAft>
              <a:defRPr sz="1800"/>
            </a:pPr>
            <a:r>
              <a:t>  • Very high stakes → proactive intervention</a:t>
            </a:r>
          </a:p>
          <a:p>
            <a:pPr>
              <a:spcAft>
                <a:spcPts val="1200"/>
              </a:spcAft>
              <a:defRPr sz="1800"/>
            </a:pPr>
            <a:r>
              <a:t>  • Moderate low → strategic silence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Actual (OPPOSITE!):</a:t>
            </a:r>
          </a:p>
          <a:p>
            <a:pPr>
              <a:spcAft>
                <a:spcPts val="1200"/>
              </a:spcAft>
              <a:defRPr sz="1800"/>
            </a:pPr>
            <a:r>
              <a:t>  • Very high stakes → complete silence (0 interruptions)</a:t>
            </a:r>
          </a:p>
          <a:p>
            <a:pPr>
              <a:spcAft>
                <a:spcPts val="1200"/>
              </a:spcAft>
              <a:defRPr sz="1800"/>
            </a:pPr>
            <a:r>
              <a:t>  • Moderate low → selective intervention (3.37 interruptions)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Why? Interruption costs dominate when failure prevention is difficult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Key Discovery #3: Simple Tasks 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Contrary to expectations, simple tasks show largest gains: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Simple tasks (8-9 steps): 30-36% improvement</a:t>
            </a:r>
          </a:p>
          <a:p>
            <a:pPr>
              <a:spcAft>
                <a:spcPts val="1200"/>
              </a:spcAft>
              <a:defRPr sz="1800"/>
            </a:pPr>
            <a:r>
              <a:t>  • make_cereal: 35.77%</a:t>
            </a:r>
          </a:p>
          <a:p>
            <a:pPr>
              <a:spcAft>
                <a:spcPts val="1200"/>
              </a:spcAft>
              <a:defRPr sz="1800"/>
            </a:pPr>
            <a:r>
              <a:t>  • make_tea: 33.08%</a:t>
            </a:r>
          </a:p>
          <a:p>
            <a:pPr>
              <a:spcAft>
                <a:spcPts val="1200"/>
              </a:spcAft>
              <a:defRPr sz="1800"/>
            </a:pPr>
            <a:r>
              <a:t>  • make_coffee: 32.66%</a:t>
            </a:r>
          </a:p>
          <a:p>
            <a:pPr>
              <a:spcAft>
                <a:spcPts val="1200"/>
              </a:spcAft>
              <a:defRPr sz="1800"/>
            </a:pPr>
            <a:r>
              <a:t>  • make_sandwich: 30.99%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Complex tasks (17-20 steps): 5-19% improvement</a:t>
            </a:r>
          </a:p>
          <a:p>
            <a:pPr>
              <a:spcAft>
                <a:spcPts val="1200"/>
              </a:spcAft>
              <a:defRPr sz="1800"/>
            </a:pPr>
            <a:r>
              <a:t>  • make_stencil: 5.60%</a:t>
            </a:r>
          </a:p>
          <a:p>
            <a:pPr>
              <a:spcAft>
                <a:spcPts val="1200"/>
              </a:spcAft>
              <a:defRPr sz="1800"/>
            </a:pPr>
            <a:r>
              <a:t>  • latte_making: 12.51%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RL optimization is most effective on straightforward procedures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Performance Heatmap: Task × Regime</a:t>
            </a:r>
          </a:p>
        </p:txBody>
      </p:sp>
      <p:pic>
        <p:nvPicPr>
          <p:cNvPr id="4" name="Picture 3" descr="cross_task_performanc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60058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RL mean reward and improvement % for all 21 task-regime combinations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Policy Comparison Across Regimes</a:t>
            </a:r>
          </a:p>
        </p:txBody>
      </p:sp>
      <p:pic>
        <p:nvPicPr>
          <p:cNvPr id="4" name="Picture 3" descr="cross_task_poli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24220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RL_PPO consistently outperforms Random, Proactive, and Reactive baselines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Intervention Frequency Patterns</a:t>
            </a:r>
          </a:p>
        </p:txBody>
      </p:sp>
      <p:pic>
        <p:nvPicPr>
          <p:cNvPr id="4" name="Picture 3" descr="cross_task_interruption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61131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RL learns context-dependent intervention strategies (note inverse cost relationship)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Failure Rate Analysis</a:t>
            </a:r>
          </a:p>
        </p:txBody>
      </p:sp>
      <p:pic>
        <p:nvPicPr>
          <p:cNvPr id="4" name="Picture 3" descr="cross_task_failure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61131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RL accepts some failures to avoid costly interruptions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Comprehensive Results Dashboard</a:t>
            </a:r>
          </a:p>
        </p:txBody>
      </p:sp>
      <p:pic>
        <p:nvPicPr>
          <p:cNvPr id="4" name="Picture 3" descr="cross_task_summar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6514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Multi-panel view of performance, improvements, interventions, and tradeoffs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Research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1. Strategic silence is robust across tasks and cost structures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2. Interruption costs dominate decision-making even in high-stakes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3. Simple tasks are low-hanging fruit for RL optimization (30-36% gains)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4. Complex tasks need special treatment (curriculum learning, longer training)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5. Same RL algorithm generalizes across diverse procedural domains</a:t>
            </a:r>
          </a:p>
          <a:p>
            <a:pPr>
              <a:spcAft>
                <a:spcPts val="1200"/>
              </a:spcAft>
              <a:defRPr sz="1800"/>
            </a:pPr>
            <a:r>
              <a:t>    (cooking, technical, crafting)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Design Principles for AI Assistants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From these experiments, we derive principles for real-world systems: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Infer interruption cost from context (user focus, task phase)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Only interrupt when expected benefit &gt; interruption cost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Track implicit memory, remind only when significantly decayed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When uncertain, bias toward silence (graceful degradation)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Let users control cost parameters ('How disruptive? 1-10')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Central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"To be helpful, an assistant must sometimes do nothing."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This research challenges the assumption that more assistance</a:t>
            </a:r>
          </a:p>
          <a:p>
            <a:pPr>
              <a:spcAft>
                <a:spcPts val="1200"/>
              </a:spcAft>
              <a:defRPr sz="1800"/>
            </a:pPr>
            <a:r>
              <a:t>is always better.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By explicitly modeling interruption costs, we reveal that:</a:t>
            </a:r>
          </a:p>
          <a:p>
            <a:pPr>
              <a:spcAft>
                <a:spcPts val="1200"/>
              </a:spcAft>
              <a:defRPr sz="1800"/>
            </a:pPr>
            <a:r>
              <a:t>  • Context determines optimal strategy</a:t>
            </a:r>
          </a:p>
          <a:p>
            <a:pPr>
              <a:spcAft>
                <a:spcPts val="1200"/>
              </a:spcAft>
              <a:defRPr sz="1800"/>
            </a:pPr>
            <a:r>
              <a:t>  • Same RL algorithm adapts to different cost structures</a:t>
            </a:r>
          </a:p>
          <a:p>
            <a:pPr>
              <a:spcAft>
                <a:spcPts val="1200"/>
              </a:spcAft>
              <a:defRPr sz="1800"/>
            </a:pPr>
            <a:r>
              <a:t>  • Sophisticated assistance requires knowing when NOT to help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Applicable to healthcare, manufacturing, education, and beyond.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Future Research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1. Vary failure risk (f0 ∈ {0.3, 0.4, 0.5, 0.6}) to find strategy switching points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2. Longer training for complex tasks (200k timesteps)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3. Curriculum learning: simple → complex task transfer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4. Hierarchical RL: decompose tasks into sub-procedures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5. Multi-task learning: single model for all 7 tasks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6. Human evaluation: test with real users in AR/VR environments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✓ RL generalizes across tasks: cooking, technical, crafting domains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✓ 100% success rate: All 21 models beat baselines (mean +24.21%)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✓ Strategic silence is robust: Emerges across cost structures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⚠ Context-dependent but inverted: Lower stakes → more interventions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⚠ Simple tasks benefit most: 30-36% vs 5-19% for complex tasks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Main takeaway: Sophisticated AI assistance requires knowing</a:t>
            </a:r>
          </a:p>
          <a:p>
            <a:pPr>
              <a:spcAft>
                <a:spcPts val="1200"/>
              </a:spcAft>
              <a:defRPr sz="1800"/>
            </a:pPr>
            <a:r>
              <a:t>when NOT to help. This validates 'strategic silence' across</a:t>
            </a:r>
          </a:p>
          <a:p>
            <a:pPr>
              <a:spcAft>
                <a:spcPts val="1200"/>
              </a:spcAft>
              <a:defRPr sz="1800"/>
            </a:pPr>
            <a:r>
              <a:t>diverse tasks and cost structures.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Experiment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Code: 3 new Python scripts (~1,500 lines total)</a:t>
            </a:r>
          </a:p>
          <a:p>
            <a:pPr>
              <a:spcAft>
                <a:spcPts val="1200"/>
              </a:spcAft>
              <a:defRPr sz="1800"/>
            </a:pPr>
            <a:r>
              <a:t>  • train_cross_task_multi_regime.py</a:t>
            </a:r>
          </a:p>
          <a:p>
            <a:pPr>
              <a:spcAft>
                <a:spcPts val="1200"/>
              </a:spcAft>
              <a:defRPr sz="1800"/>
            </a:pPr>
            <a:r>
              <a:t>  • evaluate_cross_task_multi_regime.py</a:t>
            </a:r>
          </a:p>
          <a:p>
            <a:pPr>
              <a:spcAft>
                <a:spcPts val="1200"/>
              </a:spcAft>
              <a:defRPr sz="1800"/>
            </a:pPr>
            <a:r>
              <a:t>  • visualize_cross_task_multi_regime.py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Models: 21 trained RL policies (all available)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Data: Training logs + evaluation results (517 KB JSON)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Visualizations: 10 publication-quality figures (PNG + PDF)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Documentation: Comprehensive analysis document</a:t>
            </a:r>
          </a:p>
          <a:p>
            <a:pPr>
              <a:spcAft>
                <a:spcPts val="1200"/>
              </a:spcAft>
              <a:defRPr sz="1800"/>
            </a:pPr>
            <a:r>
              <a:t>  • docs/english/CROSS_TASK_MULTI_REGIME_RESULTS.md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