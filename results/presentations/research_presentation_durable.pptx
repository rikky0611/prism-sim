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Learning Context-Dependent
Procedure Assistant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</a:rPr>
              <a:t>Dec-POMDP  +  IPPO  —  Multi-Agent RL for Cooperative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CAF9"/>
                </a:solidFill>
              </a:rPr>
              <a:t>7 tasks  ×  3 failure-cost regimes  ×  15 training rounds
comm=cheap_narrate  |  decay=step_transition  |  obs=durable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When should an AI assistant speak up — and when stay silent?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A1A2E"/>
                </a:solidFill>
              </a:rPr>
              <a:t>•  Human performs sequential procedural tasks (cooking, crafting, …)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N steps, each with a specific order; some steps are safety-critical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Execution order varies across rollouts (partial flexibility)</a:t>
            </a:r>
          </a:p>
          <a:p>
            <a:pPr/>
            <a:r>
              <a:rPr sz="1600">
                <a:solidFill>
                  <a:srgbClr val="1A1A2E"/>
                </a:solidFill>
              </a:rPr>
              <a:t>•  Human has memory that degrades between steps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Memory determines failure probability  f(m) = f₀ · exp(−k · m)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Without support: f₀ = 60% failure at zero memory</a:t>
            </a:r>
          </a:p>
          <a:p>
            <a:pPr/>
            <a:r>
              <a:rPr sz="1600">
                <a:solidFill>
                  <a:srgbClr val="1A1A2E"/>
                </a:solidFill>
              </a:rPr>
              <a:t>•  AI assistant observes (partially) and must decide each tick: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Remind a critical step?  Confirm what the human is doing?  Stay silent?</a:t>
            </a:r>
          </a:p>
          <a:p>
            <a:pPr/>
            <a:r>
              <a:rPr sz="1600">
                <a:solidFill>
                  <a:srgbClr val="1A1A2E"/>
                </a:solidFill>
              </a:rPr>
              <a:t>•  Core tension: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Interrupting too much  →  interruption cost, slows human</a:t>
            </a:r>
          </a:p>
          <a:p>
            <a:pPr lvl="1"/>
            <a:r>
              <a:rPr sz="1450">
                <a:solidFill>
                  <a:srgbClr val="1A1A2E"/>
                </a:solidFill>
              </a:rPr>
              <a:t>    –  Interrupting too little  →  steps fail, high failure cost</a:t>
            </a:r>
          </a:p>
          <a:p>
            <a:pPr/>
            <a:r>
              <a:rPr sz="1600">
                <a:solidFill>
                  <a:srgbClr val="1A1A2E"/>
                </a:solidFill>
              </a:rPr>
              <a:t>•  Research question: Can RL learn context-dependent policies that adapt to cost structure?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Dec-POMDP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Human: full-info MDP  |  Assistant: POMDP with Bayesian belief  |  Shared cooperative reward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887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Agent Observation &amp; Action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Key asymmetry: Human has perfect state info; Assistant infers via Bayesian belief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EEF4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HUMAN AGENT  (MDP)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</a:rPr>
              <a:t>•  Observation  oᴴ  (dim = 5)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current_step  —  exact (perfect channel)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τ  —  elapsed ticks (exact)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memory[current_step]  (own memory, exact)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assistant_last_action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obs_noise_state</a:t>
            </a:r>
          </a:p>
          <a:p>
            <a:pPr/>
            <a:r>
              <a:rPr sz="1300">
                <a:solidFill>
                  <a:srgbClr val="1A1A2E"/>
                </a:solidFill>
              </a:rPr>
              <a:t>•  Actions  Aᴴ  (size = 2 + Nc)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silent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narrate  →  belief hard-reset  +  obs_noise ↓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question_j  →  memory[crit_j] += 0.4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97280"/>
            <a:ext cx="5394960" cy="5303520"/>
          </a:xfrm>
          <a:prstGeom prst="rect">
            <a:avLst/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ASSISTANT AGENT  (POMDP)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</a:rPr>
              <a:t>•  Observation  oᴬ  (dim = N+1 + Nc + 1)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step_belief[N+1]  —  Bayesian posterior P(step=s)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memory_estimate_critical[Nc]  (inferred, never ground truth)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human_last_action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•  Actions  Aᴬ  (size = 2 + Nc)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silent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confirm  →  costs c_confirm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remind_j  →  memory[crit_j] += 0.8</a:t>
            </a:r>
          </a:p>
          <a:p>
            <a:pPr lvl="2"/>
            <a:r>
              <a:rPr sz="1000">
                <a:solidFill>
                  <a:srgbClr val="1A1A2E"/>
                </a:solidFill>
              </a:rPr>
              <a:t>        ·  + c_off_timing penalty if wrong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2004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↔  last action visible  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Belief Update Mechanism  (per tick)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Prior propagation + Bayesian update each tick  |  Narration bypasses with hard reset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Simulation Parameters  —  4 Orthogonal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Each experiment = one combination of (fail_regime, comm_regime, decay_regime, obs_regime)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651760" cy="5440680"/>
          </a:xfrm>
          <a:prstGeom prst="rect">
            <a:avLst/>
          </a:prstGeom>
          <a:solidFill>
            <a:srgbClr val="FAFAFA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</a:rPr>
              <a:t>1. Failure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5448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extremely_low:   scale = 2.0
balanced:          scale = 15.0
extremely_high: scale = 50.0
c_fail_per_step =
  scale × criticality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51560"/>
            <a:ext cx="2651760" cy="5440680"/>
          </a:xfrm>
          <a:prstGeom prst="rect">
            <a:avLst/>
          </a:prstGeom>
          <a:solidFill>
            <a:srgbClr val="FAFA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</a:rPr>
              <a:t>2. Comm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default:
  c_nar=0.5  c_remind=1.0
  c_q=0.5    c_confirm=1.0
cheap_narrate:
  c_nar=0.1  c_remind=1.0
  c_q=0.5    c_confirm=0.5
c_off_timing = 3.0 (both)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2651760" cy="5440680"/>
          </a:xfrm>
          <a:prstGeom prst="rect">
            <a:avLst/>
          </a:prstGeom>
          <a:solidFill>
            <a:srgbClr val="FAFAFA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E3C"/>
                </a:solidFill>
              </a:rPr>
              <a:t>3. Memory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default:
  λ_forget = 0.03
  memory_init = 0.0
step_transition:
  λ_forget = 0.10
  memory_init = 0.3
Decay at step transition:
  m *= (1−λ)^elapsed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051560"/>
            <a:ext cx="2651760" cy="5440680"/>
          </a:xfrm>
          <a:prstGeom prst="rect">
            <a:avLst/>
          </a:prstGeom>
          <a:solidFill>
            <a:srgbClr val="FAFAFA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C00"/>
                </a:solidFill>
              </a:rPr>
              <a:t>4. Obs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554480"/>
            <a:ext cx="2468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default:
  λ_recover = 0.10
  half-life ≈ 7 ticks
  (&lt; 1 step avg.)
durable:
  λ_recover = 0.02
  half-life ≈ 35 ticks
  (≈ 1 step avg.)
obs_noise_min = 0.05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Fixed: f₀=0.6  k=3.0  δ_remind=0.8  δ_q=0.4  R_complete=10.0  β=1.0  step_dur=30±10 tick  |  PPO: lr=3e-4  n_steps=2048  batch=64  epochs=10  γ=0.99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Failure Model  &amp;  Task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Discrete hazard model with memory-dependent failure probability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7548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80" y="10972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7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463040"/>
            <a:ext cx="676656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4813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4813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813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c_fail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4813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47088"/>
            <a:ext cx="6766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8653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make_coffee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653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8653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6537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8653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231136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2494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make_cereal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4942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24942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94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2494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cooking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615184"/>
            <a:ext cx="6766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2633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make_tea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6334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334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334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334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cooking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999232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017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make_sandwich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175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0175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017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017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cooking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383280"/>
            <a:ext cx="6766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34015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cooking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4015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4015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401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401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cooking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3767328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378561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make_stencil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785615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785615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78561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30.0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785615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crafting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4151376"/>
            <a:ext cx="6766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2080" y="416966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latte_making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16966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16966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25.0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16966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technical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IPPO Training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Alternating best-response: fix one agent, train the other; repeat for 15 rounds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18872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2E"/>
                </a:solidFill>
              </a:rPr>
              <a:t>•  Independent PPO (IPPO)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Each agent has its own policy network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No shared parameters between agents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Alternating best-response training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Odd round: fix πᴬ, train πᴴ for 50k steps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Even round: fix πᴴ, train πᴬ for 50k steps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Checkpoint saving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Save if joint eval reward improves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Final eval uses best checkpoint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Total compute per task × regime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15 rounds × 2 × 50k = 1.5M env steps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3 regimes = 4.5M steps per 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Results: Cross-Task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Final eval across 7 tasks × 3 failure-cost regimes  |  comm=cheap_narrate  decay=step_transition  obs=durable</a:t>
            </a:r>
          </a:p>
        </p:txBody>
      </p:sp>
      <p:pic>
        <p:nvPicPr>
          <p:cNvPr id="5" name="Picture 4" descr="cross_task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Make Coffee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make_coffee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reward=+8.87  fail=0.56  narr=0.00
balanced            reward=+5.34  fail=0.10  narr=0.00
extremely_high      reward=+5.18  fail=0.04  narr=0.82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Make Cereal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make_cereal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reward=+7.31  fail=0.79  narr=0.96
balanced            reward=-13.74  fail=0.80  narr=17.13
extremely_high      reward=-3.20  fail=0.18  narr=1.16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Make Tea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make_tea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reward=+7.62  fail=1.19  narr=0.00
balanced            reward=+4.97  fail=0.11  narr=0.00
extremely_high      reward=-9.77  fail=0.12  narr=13.95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Make Sandwich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make_sandwich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reward=+8.88  fail=0.56  narr=0.00
balanced            reward=+6.93  fail=0.09  narr=0.00
extremely_high      reward=+5.07  fail=0.06  narr=0.00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cooking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reward=+3.39  fail=1.64  narr=0.04
balanced            reward=-1.49  fail=0.28  narr=0.00
extremely_high      reward=-11.71  fail=0.28  narr=0.00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Make Stencil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make_stencil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reward=+5.18  fail=1.94  narr=0.00
balanced            reward=-3.95  fail=0.36  narr=1.35
extremely_high      reward=-36.00  fail=0.07  narr=59.05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Learning Curves: Latte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Reward, Narration, Questions, Remind+Confirm, Failures  vs  training round</a:t>
            </a:r>
          </a:p>
        </p:txBody>
      </p:sp>
      <p:pic>
        <p:nvPicPr>
          <p:cNvPr id="5" name="Picture 4" descr="learning_curves_latte_making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extremely_low       reward=+7.51  fail=1.23  narr=0.28
balanced            reward=-5.04  fail=0.47  narr=0.17
extremely_high      reward=-52.29  fail=1.09  narr=3.29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What the agents learned across 7 tasks × 3 failure-cost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2E"/>
                </a:solidFill>
              </a:rPr>
              <a:t>•  Strategic silence is the dominant strategy at low failure cost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Agents learn to trust human and stay silent → minimal interruption cost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Narration is rarely learned (obs=durable reduces spurious narration loops)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Most narration appears only in high-cost regimes with complex tasks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make_stencil (17 steps) still shows narr≈59 at extremely_high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Question-asking is the primary cooperation signal at medium/high cost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make_cereal balanced: narr=17 — cereal has 2 critical steps, questioning pays off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Remind-based strategy emerges for assistant when failure cost is high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cooking extremely_high: interact=6.77/ep, failures reduced to 0.28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Task complexity drives strategy divergence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Simple tasks (make_coffee, make_sandwich): reward stays positive even at high cost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Complex tasks (latte_making 20 steps): harder convergence, reward −52 at high cost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Durable obs regime (half-life 35 ticks) successfully eliminates narration=100 loops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make_stencil: was narr=101 with default obs → now narr=59 (1 narrate/critical step)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Diagram: Emergent Communication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15×15 grid search  |  c_comm (=c_nar=c_q) × c_fail_scale  |  c_remind=1.0 fixed  |  make_cereal</a:t>
            </a:r>
          </a:p>
        </p:txBody>
      </p:sp>
      <p:pic>
        <p:nvPicPr>
          <p:cNvPr id="5" name="Picture 4" descr="phase_diagram_15x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29200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</a:rPr>
              <a:t>•  Clear phase transitions emerge along two axes: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Low c_fail (&lt; 5): Silent — interruption cost dominates, agents learn to stay quiet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High c_fail + low c_comm: Question-dominated — cheap info-seeking to prevent costly failures</a:t>
            </a:r>
          </a:p>
          <a:p>
            <a:pPr lvl="1"/>
            <a:r>
              <a:rPr sz="1150">
                <a:solidFill>
                  <a:srgbClr val="1A1A2E"/>
                </a:solidFill>
              </a:rPr>
              <a:t>    –  High c_fail + high c_comm: Remind-only — assistant uses minimal targeted interventions</a:t>
            </a:r>
          </a:p>
          <a:p>
            <a:pPr/>
            <a:r>
              <a:rPr sz="1300">
                <a:solidFill>
                  <a:srgbClr val="1A1A2E"/>
                </a:solidFill>
              </a:rPr>
              <a:t>•  Boundary at c_fail ≈ 5–15 marks the transition from silence to active cooperation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•  Narration is rarely used — question is strictly preferred when c_q = c_nar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Interpretation, limitations, and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2E"/>
                </a:solidFill>
              </a:rPr>
              <a:t>•  Why does IPPO converge to strategic silence in low-cost regimes?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Interruption costs outweigh expected failure cost savings → optimal to stay quiet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Both agents independently learn this equilibrium without communication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Narration vs. questioning: different information channels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Narration: hard-resets assistant belief, but costs c_nar each time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Question: boosts human memory directly, cheaper with cheap_narrate regime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The durable obs regime changes narration economics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Longer-lasting effect per narration → fewer narrations needed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Agents find narration more 'efficient' when each narration persists longer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Limitations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IPPO may not converge to true Nash equilibrium — only local best responses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15 rounds may not be sufficient for complex tasks (latte_making)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Simulation assumes discrete ticks; real tasks are continuous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Human policy is also learned — may not reflect real human behavior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The 4-axis regime structure enables systematic ablation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Each axis can be varied independently to isolate effects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Future work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2E"/>
                </a:solidFill>
              </a:rPr>
              <a:t>•  Extend phase diagram analysis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Run grid search on complex tasks (cooking, make_stencil, latte_making)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Add asymmetric cost axis: vary c_nar independently from c_q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Higher resolution at phase boundaries for sharper transitions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Ablation studies across all 4 regime axes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Compare durable vs default obs regime across all tasks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Isolate memory decay effect: default vs step_transition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More training rounds for complex tasks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latte_making extremely_high shows −52 reward — needs more rounds or larger network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Try 30 rounds or adaptive stopping based on convergence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Richer agent architectures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Replace MLP with LSTM to handle temporal dependencies within a step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Attention over belief state for assistant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Real human evaluation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Replace learned human policy with human subjects in a user study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Measure whether learned assistant policy transfers to real humans</a:t>
            </a:r>
          </a:p>
          <a:p>
            <a:pPr/>
            <a:r>
              <a:rPr sz="1400">
                <a:solidFill>
                  <a:srgbClr val="1A1A2E"/>
                </a:solidFill>
              </a:rPr>
              <a:t>•  Additional task domains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Medical procedures, lab protocols, manufacturing checklists</a:t>
            </a:r>
          </a:p>
          <a:p>
            <a:pPr lvl="1"/>
            <a:r>
              <a:rPr sz="1250">
                <a:solidFill>
                  <a:srgbClr val="1A1A2E"/>
                </a:solidFill>
              </a:rPr>
              <a:t>    –  Tasks with irreversible failures (higher stakes than c_fail=50)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