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Comparing Reminder Effectiveness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Old Model (Weak 45%) vs New Model (Strong 90-100% with Timing)\n\nCross-Task Multi-Regime RL Experiments\n2026-02-16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OLD MODEL Results (Weak 45% Prevention)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✓ Trained 21 RL models (7 tasks × 3 cost regimes)</a:t>
            </a:r>
          </a:p>
          <a:p>
            <a:pPr>
              <a:spcAft>
                <a:spcPts val="1200"/>
              </a:spcAft>
              <a:defRPr sz="1800"/>
            </a:pPr>
            <a:r>
              <a:t>✓ 24.21% mean improvement over baselines</a:t>
            </a:r>
          </a:p>
          <a:p>
            <a:pPr>
              <a:spcAft>
                <a:spcPts val="1200"/>
              </a:spcAft>
              <a:defRPr sz="1800"/>
            </a:pPr>
            <a:r>
              <a:t>✓ 100% success rate - all 21 models beat baselines</a:t>
            </a:r>
          </a:p>
          <a:p>
            <a:pPr>
              <a:spcAft>
                <a:spcPts val="1200"/>
              </a:spcAft>
              <a:defRPr sz="1800"/>
            </a:pPr>
            <a:r>
              <a:t>✓ Strategic silence emerges across all regimes</a:t>
            </a:r>
          </a:p>
          <a:p>
            <a:pPr>
              <a:spcAft>
                <a:spcPts val="1200"/>
              </a:spcAft>
              <a:defRPr sz="1800"/>
            </a:pPr>
            <a:r>
              <a:t>❌ PROBLEM: Very high stakes → 0.00 interruptions (counter-intuitive)</a:t>
            </a:r>
          </a:p>
          <a:p>
            <a:pPr>
              <a:spcAft>
                <a:spcPts val="1200"/>
              </a:spcAft>
              <a:defRPr sz="1800"/>
            </a:pPr>
            <a:r>
              <a:t>❌ ROOT CAUSE: Reminders only 45% effective, silence becomes optimal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NEW MODEL Results (Strong 90-100% Prevention)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✓ Re-trained same 21 RL models with timing-dependent effectiveness</a:t>
            </a:r>
          </a:p>
          <a:p>
            <a:pPr>
              <a:spcAft>
                <a:spcPts val="1200"/>
              </a:spcAft>
              <a:defRPr sz="1800"/>
            </a:pPr>
            <a:r>
              <a:t>✓ 13.9% mean improvement over baselines</a:t>
            </a:r>
          </a:p>
          <a:p>
            <a:pPr>
              <a:spcAft>
                <a:spcPts val="1200"/>
              </a:spcAft>
              <a:defRPr sz="1800"/>
            </a:pPr>
            <a:r>
              <a:t>⚠ 86% success rate - 18/21 models beat baselines</a:t>
            </a:r>
          </a:p>
          <a:p>
            <a:pPr>
              <a:spcAft>
                <a:spcPts val="1200"/>
              </a:spcAft>
              <a:defRPr sz="1800"/>
            </a:pPr>
            <a:r>
              <a:t>⚠ 3 models performed worse (make_stencil tasks)</a:t>
            </a:r>
          </a:p>
          <a:p>
            <a:pPr>
              <a:spcAft>
                <a:spcPts val="1200"/>
              </a:spcAft>
              <a:defRPr sz="1800"/>
            </a:pPr>
            <a:r>
              <a:t>❓ QUESTION: Why did overall performance decrease?</a:t>
            </a:r>
          </a:p>
          <a:p>
            <a:pPr>
              <a:spcAft>
                <a:spcPts val="1200"/>
              </a:spcAft>
              <a:defRPr sz="1800"/>
            </a:pPr>
            <a:r>
              <a:t>💡 HYPOTHESIS: RL hasn't learned optimal timing strategies yet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What Changed Between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OLD MODEL: Flat effectiveness (no timing awareness)</a:t>
            </a:r>
          </a:p>
          <a:p>
            <a:pPr>
              <a:spcAft>
                <a:spcPts val="1200"/>
              </a:spcAft>
              <a:defRPr sz="1800"/>
            </a:pPr>
            <a:r>
              <a:t>  • Reminder 50 ticks early = same as 1 tick before</a:t>
            </a:r>
          </a:p>
          <a:p>
            <a:pPr>
              <a:spcAft>
                <a:spcPts val="1200"/>
              </a:spcAft>
              <a:defRPr sz="1800"/>
            </a:pPr>
            <a:r>
              <a:t>  • Maximum prevention: ~45-55%</a:t>
            </a:r>
          </a:p>
          <a:p>
            <a:pPr>
              <a:spcAft>
                <a:spcPts val="1200"/>
              </a:spcAft>
              <a:defRPr sz="1800"/>
            </a:pPr>
            <a:r>
              <a:t>  • f(m) = f0_base × exp(-k × m)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NEW MODEL: Timing-dependent effectiveness</a:t>
            </a:r>
          </a:p>
          <a:p>
            <a:pPr>
              <a:spcAft>
                <a:spcPts val="1200"/>
              </a:spcAft>
              <a:defRPr sz="1800"/>
            </a:pPr>
            <a:r>
              <a:t>  • Recency factor: r = exp(-λ × ticks_since_reminder)</a:t>
            </a:r>
          </a:p>
          <a:p>
            <a:pPr>
              <a:spcAft>
                <a:spcPts val="1200"/>
              </a:spcAft>
              <a:defRPr sz="1800"/>
            </a:pPr>
            <a:r>
              <a:t>  • Just reminded (0-2 ticks): 97-99% prevention</a:t>
            </a:r>
          </a:p>
          <a:p>
            <a:pPr>
              <a:spcAft>
                <a:spcPts val="1200"/>
              </a:spcAft>
              <a:defRPr sz="1800"/>
            </a:pPr>
            <a:r>
              <a:t>  • Old reminder (20+ ticks): 45-55% prevention (degrades to baseline)</a:t>
            </a:r>
          </a:p>
          <a:p>
            <a:pPr>
              <a:spcAft>
                <a:spcPts val="1200"/>
              </a:spcAft>
              <a:defRPr sz="1800"/>
            </a:pPr>
            <a:r>
              <a:t>  • f(m,r) = f0_base × exp(-k × m) × (1 - 0.95 × 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Overall Performance: OLD vs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OLD MODEL (Weak 45%):</a:t>
            </a:r>
          </a:p>
          <a:p>
            <a:pPr>
              <a:spcAft>
                <a:spcPts val="1200"/>
              </a:spcAft>
              <a:defRPr sz="1800"/>
            </a:pPr>
            <a:r>
              <a:t>  • Mean improvement: 24.21%</a:t>
            </a:r>
          </a:p>
          <a:p>
            <a:pPr>
              <a:spcAft>
                <a:spcPts val="1200"/>
              </a:spcAft>
              <a:defRPr sz="1800"/>
            </a:pPr>
            <a:r>
              <a:t>  • Success rate: 100% (21/21 models)</a:t>
            </a:r>
          </a:p>
          <a:p>
            <a:pPr>
              <a:spcAft>
                <a:spcPts val="1200"/>
              </a:spcAft>
              <a:defRPr sz="1800"/>
            </a:pPr>
            <a:r>
              <a:t>  • Best case: +35.77% (make_cereal)</a:t>
            </a:r>
          </a:p>
          <a:p>
            <a:pPr>
              <a:spcAft>
                <a:spcPts val="1200"/>
              </a:spcAft>
              <a:defRPr sz="1800"/>
            </a:pPr>
            <a:r>
              <a:t>  • Worst case: +4.58% (latte_making)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NEW MODEL (Strong 90-100% with Timing):</a:t>
            </a:r>
          </a:p>
          <a:p>
            <a:pPr>
              <a:spcAft>
                <a:spcPts val="1200"/>
              </a:spcAft>
              <a:defRPr sz="1800"/>
            </a:pPr>
            <a:r>
              <a:t>  • Mean improvement: 13.92%</a:t>
            </a:r>
          </a:p>
          <a:p>
            <a:pPr>
              <a:spcAft>
                <a:spcPts val="1200"/>
              </a:spcAft>
              <a:defRPr sz="1800"/>
            </a:pPr>
            <a:r>
              <a:t>  • Success rate: 86% (18/21)</a:t>
            </a:r>
          </a:p>
          <a:p>
            <a:pPr>
              <a:spcAft>
                <a:spcPts val="1200"/>
              </a:spcAft>
              <a:defRPr sz="1800"/>
            </a:pPr>
            <a:r>
              <a:t>  • Best case: +30.88% (make_cereal)</a:t>
            </a:r>
          </a:p>
          <a:p>
            <a:pPr>
              <a:spcAft>
                <a:spcPts val="1200"/>
              </a:spcAft>
              <a:defRPr sz="1800"/>
            </a:pPr>
            <a:r>
              <a:t>  • Worst case: -22.65% (make_stencil)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Performance by Cost Regime (NEW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Very High Stakes:</a:t>
            </a:r>
          </a:p>
          <a:p>
            <a:pPr>
              <a:spcAft>
                <a:spcPts val="1200"/>
              </a:spcAft>
              <a:defRPr sz="1800"/>
            </a:pPr>
            <a:r>
              <a:t>  • Mean improvement: 13.41%</a:t>
            </a:r>
          </a:p>
          <a:p>
            <a:pPr>
              <a:spcAft>
                <a:spcPts val="1200"/>
              </a:spcAft>
              <a:defRPr sz="1800"/>
            </a:pPr>
            <a:r>
              <a:t>  • Mean interventions: 1.21</a:t>
            </a:r>
          </a:p>
          <a:p>
            <a:pPr>
              <a:spcAft>
                <a:spcPts val="1200"/>
              </a:spcAft>
              <a:defRPr sz="1800"/>
            </a:pPr>
            <a:r>
              <a:t>  • Success rate: 86%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Balanced:</a:t>
            </a:r>
          </a:p>
          <a:p>
            <a:pPr>
              <a:spcAft>
                <a:spcPts val="1200"/>
              </a:spcAft>
              <a:defRPr sz="1800"/>
            </a:pPr>
            <a:r>
              <a:t>  • Mean improvement: 13.89%</a:t>
            </a:r>
          </a:p>
          <a:p>
            <a:pPr>
              <a:spcAft>
                <a:spcPts val="1200"/>
              </a:spcAft>
              <a:defRPr sz="1800"/>
            </a:pPr>
            <a:r>
              <a:t>  • Mean interventions: 0.14</a:t>
            </a:r>
          </a:p>
          <a:p>
            <a:pPr>
              <a:spcAft>
                <a:spcPts val="1200"/>
              </a:spcAft>
              <a:defRPr sz="1800"/>
            </a:pPr>
            <a:r>
              <a:t>  • Success rate: 86%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Moderate Low:</a:t>
            </a:r>
          </a:p>
          <a:p>
            <a:pPr>
              <a:spcAft>
                <a:spcPts val="1200"/>
              </a:spcAft>
              <a:defRPr sz="1800"/>
            </a:pPr>
            <a:r>
              <a:t>  • Mean improvement: 14.45%</a:t>
            </a:r>
          </a:p>
          <a:p>
            <a:pPr>
              <a:spcAft>
                <a:spcPts val="1200"/>
              </a:spcAft>
              <a:defRPr sz="1800"/>
            </a:pPr>
            <a:r>
              <a:t>  • Mean interventions: 0.25</a:t>
            </a:r>
          </a:p>
          <a:p>
            <a:pPr>
              <a:spcAft>
                <a:spcPts val="1200"/>
              </a:spcAft>
              <a:defRPr sz="1800"/>
            </a:pPr>
            <a:r>
              <a:t>  • Success rate: 86%</a:t>
            </a:r>
          </a:p>
          <a:p>
            <a:pPr>
              <a:spcAft>
                <a:spcPts val="1200"/>
              </a:spcAft>
              <a:defRPr sz="18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Interruption Patterns: OLD vs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OLD MODEL (Weak 45%):</a:t>
            </a:r>
          </a:p>
          <a:p>
            <a:pPr>
              <a:spcAft>
                <a:spcPts val="1200"/>
              </a:spcAft>
              <a:defRPr sz="1800"/>
            </a:pPr>
            <a:r>
              <a:t>  • Very High Stakes (ratio=15): 0.00 interruptions</a:t>
            </a:r>
          </a:p>
          <a:p>
            <a:pPr>
              <a:spcAft>
                <a:spcPts val="1200"/>
              </a:spcAft>
              <a:defRPr sz="1800"/>
            </a:pPr>
            <a:r>
              <a:t>  • Balanced (ratio=3): 0.47 interruptions</a:t>
            </a:r>
          </a:p>
          <a:p>
            <a:pPr>
              <a:spcAft>
                <a:spcPts val="1200"/>
              </a:spcAft>
              <a:defRPr sz="1800"/>
            </a:pPr>
            <a:r>
              <a:t>  • Moderate Low (ratio=2): 3.37 interruptions</a:t>
            </a:r>
          </a:p>
          <a:p>
            <a:pPr>
              <a:spcAft>
                <a:spcPts val="1200"/>
              </a:spcAft>
              <a:defRPr sz="1800"/>
            </a:pPr>
            <a:r>
              <a:t>  → PATTERN: Lower stakes → MORE interventions (counter-intuitive!)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NEW MODEL (Strong 90-100%):</a:t>
            </a:r>
          </a:p>
          <a:p>
            <a:pPr>
              <a:spcAft>
                <a:spcPts val="1200"/>
              </a:spcAft>
              <a:defRPr sz="1800"/>
            </a:pPr>
            <a:r>
              <a:t>  • Very High Stakes (ratio=15): 1.21 interruptions</a:t>
            </a:r>
          </a:p>
          <a:p>
            <a:pPr>
              <a:spcAft>
                <a:spcPts val="1200"/>
              </a:spcAft>
              <a:defRPr sz="1800"/>
            </a:pPr>
            <a:r>
              <a:t>  • Balanced (ratio=3): 0.14 interruptions</a:t>
            </a:r>
          </a:p>
          <a:p>
            <a:pPr>
              <a:spcAft>
                <a:spcPts val="1200"/>
              </a:spcAft>
              <a:defRPr sz="1800"/>
            </a:pPr>
            <a:r>
              <a:t>  • Moderate Low (ratio=2): 0.25 interruptions</a:t>
            </a:r>
          </a:p>
          <a:p>
            <a:pPr>
              <a:spcAft>
                <a:spcPts val="1200"/>
              </a:spcAft>
              <a:defRPr sz="1800"/>
            </a:pPr>
            <a:r>
              <a:t>  → PATTERN: Still similar (silence still dominates)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Why Did Overall Performance Decrease?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Hypothesis 1: Timing Learning Difficulty</a:t>
            </a:r>
          </a:p>
          <a:p>
            <a:pPr>
              <a:spcAft>
                <a:spcPts val="1200"/>
              </a:spcAft>
              <a:defRPr sz="1800"/>
            </a:pPr>
            <a:r>
              <a:t>  • New model requires learning WHEN to remind (timing strategy)</a:t>
            </a:r>
          </a:p>
          <a:p>
            <a:pPr>
              <a:spcAft>
                <a:spcPts val="1200"/>
              </a:spcAft>
              <a:defRPr sz="1800"/>
            </a:pPr>
            <a:r>
              <a:t>  • 50k timesteps may be insufficient for timing optimization</a:t>
            </a:r>
          </a:p>
          <a:p>
            <a:pPr>
              <a:spcAft>
                <a:spcPts val="1200"/>
              </a:spcAft>
              <a:defRPr sz="1800"/>
            </a:pPr>
            <a:r>
              <a:t>  • Old model only needed to learn IF to remind (simpler)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Hypothesis 2: Exploration Challenges</a:t>
            </a:r>
          </a:p>
          <a:p>
            <a:pPr>
              <a:spcAft>
                <a:spcPts val="1200"/>
              </a:spcAft>
              <a:defRPr sz="1800"/>
            </a:pPr>
            <a:r>
              <a:t>  • Fast recency decay (λ=0.20, half-life ~3.5 ticks) is very strict</a:t>
            </a:r>
          </a:p>
          <a:p>
            <a:pPr>
              <a:spcAft>
                <a:spcPts val="1200"/>
              </a:spcAft>
              <a:defRPr sz="1800"/>
            </a:pPr>
            <a:r>
              <a:t>  • RL needs to discover narrow timing windows (0-5 ticks before step)</a:t>
            </a:r>
          </a:p>
          <a:p>
            <a:pPr>
              <a:spcAft>
                <a:spcPts val="1200"/>
              </a:spcAft>
              <a:defRPr sz="1800"/>
            </a:pPr>
            <a:r>
              <a:t>  • Random exploration unlikely to hit these windows often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Hypothesis 3: Credit Assignment</a:t>
            </a:r>
          </a:p>
          <a:p>
            <a:pPr>
              <a:spcAft>
                <a:spcPts val="1200"/>
              </a:spcAft>
              <a:defRPr sz="1800"/>
            </a:pPr>
            <a:r>
              <a:t>  • Reward signal comes at step completion, delayed from reminder</a:t>
            </a:r>
          </a:p>
          <a:p>
            <a:pPr>
              <a:spcAft>
                <a:spcPts val="1200"/>
              </a:spcAft>
              <a:defRPr sz="1800"/>
            </a:pPr>
            <a:r>
              <a:t>  • Hard to attribute success to timing of reminder vs just giving reminder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Performance Heatmap (NEW MODEL): Task × Regime</a:t>
            </a:r>
          </a:p>
        </p:txBody>
      </p:sp>
      <p:pic>
        <p:nvPicPr>
          <p:cNvPr id="4" name="Picture 3" descr="cross_task_perform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0058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RL mean reward and improvement % for all 21 task-regime combinations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Intervention Frequency (NEW MODEL)</a:t>
            </a:r>
          </a:p>
        </p:txBody>
      </p:sp>
      <p:pic>
        <p:nvPicPr>
          <p:cNvPr id="4" name="Picture 3" descr="cross_task_interruption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169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RL learns similar silence patterns despite stronger reminder effectiveness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Models That Performed Worse (NEW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3 models showed negative improvement: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1. make_stencil / very_high_stakes: -22.65%</a:t>
            </a:r>
          </a:p>
          <a:p>
            <a:pPr>
              <a:spcAft>
                <a:spcPts val="1200"/>
              </a:spcAft>
              <a:defRPr sz="1800"/>
            </a:pPr>
            <a:r>
              <a:t>   • Complex task (17 steps, safety-critical)</a:t>
            </a:r>
          </a:p>
          <a:p>
            <a:pPr>
              <a:spcAft>
                <a:spcPts val="1200"/>
              </a:spcAft>
              <a:defRPr sz="1800"/>
            </a:pPr>
            <a:r>
              <a:t>   • High criticality multipliers (up to 2.5×)</a:t>
            </a:r>
          </a:p>
          <a:p>
            <a:pPr>
              <a:spcAft>
                <a:spcPts val="1200"/>
              </a:spcAft>
              <a:defRPr sz="1800"/>
            </a:pPr>
            <a:r>
              <a:t>   • Needs precise timing for many critical steps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make_stencil / balanced: -14.54%</a:t>
            </a:r>
          </a:p>
          <a:p>
            <a:pPr>
              <a:spcAft>
                <a:spcPts val="1200"/>
              </a:spcAft>
              <a:defRPr sz="1800"/>
            </a:pPr>
            <a:r>
              <a:t>3. make_stencil / moderate_low: -14.54%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PATTERN: All failures are the same complex task (make_stencil)</a:t>
            </a:r>
          </a:p>
          <a:p>
            <a:pPr>
              <a:spcAft>
                <a:spcPts val="1200"/>
              </a:spcAft>
              <a:defRPr sz="1800"/>
            </a:pPr>
            <a:r>
              <a:t>→ Suggests timing learning is especially hard for complex procedures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Insights from 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Stronger reminders ≠ automatically better RL performance</a:t>
            </a:r>
          </a:p>
          <a:p>
            <a:pPr>
              <a:spcAft>
                <a:spcPts val="1200"/>
              </a:spcAft>
              <a:defRPr sz="1800"/>
            </a:pPr>
            <a:r>
              <a:t>   • Need to learn HOW to use the stronger tool effectively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Timing adds complexity to the learning problem</a:t>
            </a:r>
          </a:p>
          <a:p>
            <a:pPr>
              <a:spcAft>
                <a:spcPts val="1200"/>
              </a:spcAft>
              <a:defRPr sz="1800"/>
            </a:pPr>
            <a:r>
              <a:t>   • Old model: Binary decision (remind or not)</a:t>
            </a:r>
          </a:p>
          <a:p>
            <a:pPr>
              <a:spcAft>
                <a:spcPts val="1200"/>
              </a:spcAft>
              <a:defRPr sz="1800"/>
            </a:pPr>
            <a:r>
              <a:t>   • New model: Continuous timing decision (when to remind)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Simple flat effectiveness has an advantage:</a:t>
            </a:r>
          </a:p>
          <a:p>
            <a:pPr>
              <a:spcAft>
                <a:spcPts val="1200"/>
              </a:spcAft>
              <a:defRPr sz="1800"/>
            </a:pPr>
            <a:r>
              <a:t>   • No timing pressure - reminder value doesn't decay rapidly</a:t>
            </a:r>
          </a:p>
          <a:p>
            <a:pPr>
              <a:spcAft>
                <a:spcPts val="1200"/>
              </a:spcAft>
              <a:defRPr sz="1800"/>
            </a:pPr>
            <a:r>
              <a:t>   • Easier credit assignment - just learn which steps need reminders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Strategic silence still emerges:</a:t>
            </a:r>
          </a:p>
          <a:p>
            <a:pPr>
              <a:spcAft>
                <a:spcPts val="1200"/>
              </a:spcAft>
              <a:defRPr sz="1800"/>
            </a:pPr>
            <a:r>
              <a:t>   • Even with 90-100% prevention, interruption costs dominate</a:t>
            </a:r>
          </a:p>
          <a:p>
            <a:pPr>
              <a:spcAft>
                <a:spcPts val="1200"/>
              </a:spcAft>
              <a:defRPr sz="1800"/>
            </a:pPr>
            <a:r>
              <a:t>   • High baseline failure rate (f0=0.6) means many steps fail anyway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Implications for Real-World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Finding 1: Perfect effectiveness alone doesn't guarantee better assistance</a:t>
            </a:r>
          </a:p>
          <a:p>
            <a:pPr>
              <a:spcAft>
                <a:spcPts val="1200"/>
              </a:spcAft>
              <a:defRPr sz="1800"/>
            </a:pPr>
            <a:r>
              <a:t>  • System must also learn optimal TIMING of interventions</a:t>
            </a:r>
          </a:p>
          <a:p>
            <a:pPr>
              <a:spcAft>
                <a:spcPts val="1200"/>
              </a:spcAft>
              <a:defRPr sz="1800"/>
            </a:pPr>
            <a:r>
              <a:t>  • May require more sophisticated training (curriculum learning, demonstrations)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Finding 2: Simpler models can outperform complex ones</a:t>
            </a:r>
          </a:p>
          <a:p>
            <a:pPr>
              <a:spcAft>
                <a:spcPts val="1200"/>
              </a:spcAft>
              <a:defRPr sz="1800"/>
            </a:pPr>
            <a:r>
              <a:t>  • Flat effectiveness (old model) easier to optimize than timing-dependent (new)</a:t>
            </a:r>
          </a:p>
          <a:p>
            <a:pPr>
              <a:spcAft>
                <a:spcPts val="1200"/>
              </a:spcAft>
              <a:defRPr sz="1800"/>
            </a:pPr>
            <a:r>
              <a:t>  • Trade-off: Realism vs. Learnability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Finding 3: Strategic silence is robust</a:t>
            </a:r>
          </a:p>
          <a:p>
            <a:pPr>
              <a:spcAft>
                <a:spcPts val="1200"/>
              </a:spcAft>
              <a:defRPr sz="1800"/>
            </a:pPr>
            <a:r>
              <a:t>  • Emerges even when reminders are highly effective</a:t>
            </a:r>
          </a:p>
          <a:p>
            <a:pPr>
              <a:spcAft>
                <a:spcPts val="1200"/>
              </a:spcAft>
              <a:defRPr sz="1800"/>
            </a:pPr>
            <a:r>
              <a:t>  • Interruption costs matter more than reminder strength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Design Recommendation:</a:t>
            </a:r>
          </a:p>
          <a:p>
            <a:pPr>
              <a:spcAft>
                <a:spcPts val="1200"/>
              </a:spcAft>
              <a:defRPr sz="1800"/>
            </a:pPr>
            <a:r>
              <a:t>  • Start with simpler effectiveness models for RL training</a:t>
            </a:r>
          </a:p>
          <a:p>
            <a:pPr>
              <a:spcAft>
                <a:spcPts val="1200"/>
              </a:spcAft>
              <a:defRPr sz="1800"/>
            </a:pPr>
            <a:r>
              <a:t>  • Add timing complexity only after mastering basic intervention strategy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Next Steps to Improve NEW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Longer training (200k timesteps)</a:t>
            </a:r>
          </a:p>
          <a:p>
            <a:pPr>
              <a:spcAft>
                <a:spcPts val="1200"/>
              </a:spcAft>
              <a:defRPr sz="1800"/>
            </a:pPr>
            <a:r>
              <a:t>   • Give RL more time to discover timing strategies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Curriculum learning</a:t>
            </a:r>
          </a:p>
          <a:p>
            <a:pPr>
              <a:spcAft>
                <a:spcPts val="1200"/>
              </a:spcAft>
              <a:defRPr sz="1800"/>
            </a:pPr>
            <a:r>
              <a:t>   • Start with flat effectiveness, gradually add timing constraints</a:t>
            </a:r>
          </a:p>
          <a:p>
            <a:pPr>
              <a:spcAft>
                <a:spcPts val="1200"/>
              </a:spcAft>
              <a:defRPr sz="1800"/>
            </a:pPr>
            <a:r>
              <a:t>   • Learn intervention first, then refine timing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Adjust recency decay rate</a:t>
            </a:r>
          </a:p>
          <a:p>
            <a:pPr>
              <a:spcAft>
                <a:spcPts val="1200"/>
              </a:spcAft>
              <a:defRPr sz="1800"/>
            </a:pPr>
            <a:r>
              <a:t>   • Try slower decay (λ=0.10 instead of 0.20)</a:t>
            </a:r>
          </a:p>
          <a:p>
            <a:pPr>
              <a:spcAft>
                <a:spcPts val="1200"/>
              </a:spcAft>
              <a:defRPr sz="1800"/>
            </a:pPr>
            <a:r>
              <a:t>   • Wider effectiveness window (10-20 ticks instead of 5-10)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Hierarchical RL</a:t>
            </a:r>
          </a:p>
          <a:p>
            <a:pPr>
              <a:spcAft>
                <a:spcPts val="1200"/>
              </a:spcAft>
              <a:defRPr sz="1800"/>
            </a:pPr>
            <a:r>
              <a:t>   • High-level policy: decide which steps to remind</a:t>
            </a:r>
          </a:p>
          <a:p>
            <a:pPr>
              <a:spcAft>
                <a:spcPts val="1200"/>
              </a:spcAft>
              <a:defRPr sz="1800"/>
            </a:pPr>
            <a:r>
              <a:t>   • Low-level policy: decide when to give reminder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5. Expert demonstrations</a:t>
            </a:r>
          </a:p>
          <a:p>
            <a:pPr>
              <a:spcAft>
                <a:spcPts val="1200"/>
              </a:spcAft>
              <a:defRPr sz="1800"/>
            </a:pPr>
            <a:r>
              <a:t>   • Show optimal timing patterns to bootstrap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Open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Q1: What's the optimal recency decay rate for RL learning?</a:t>
            </a:r>
          </a:p>
          <a:p>
            <a:pPr>
              <a:spcAft>
                <a:spcPts val="1200"/>
              </a:spcAft>
              <a:defRPr sz="1800"/>
            </a:pPr>
            <a:r>
              <a:t>   • Fast (λ=0.20): Realistic but hard to learn</a:t>
            </a:r>
          </a:p>
          <a:p>
            <a:pPr>
              <a:spcAft>
                <a:spcPts val="1200"/>
              </a:spcAft>
              <a:defRPr sz="1800"/>
            </a:pPr>
            <a:r>
              <a:t>   • Slow (λ=0.05): Easier to learn but unrealistic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Q2: Can we design reward shaping to help timing discovery?</a:t>
            </a:r>
          </a:p>
          <a:p>
            <a:pPr>
              <a:spcAft>
                <a:spcPts val="1200"/>
              </a:spcAft>
              <a:defRPr sz="1800"/>
            </a:pPr>
            <a:r>
              <a:t>   • Bonus for well-timed reminders (just before step completion)?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Q3: Does timing matter more for complex vs simple tasks?</a:t>
            </a:r>
          </a:p>
          <a:p>
            <a:pPr>
              <a:spcAft>
                <a:spcPts val="1200"/>
              </a:spcAft>
              <a:defRPr sz="1800"/>
            </a:pPr>
            <a:r>
              <a:t>   • make_stencil (17 steps) failed, but make_cereal (8 steps) succeeded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Q4: Would human demonstrations accelerate timing learning?</a:t>
            </a:r>
          </a:p>
          <a:p>
            <a:pPr>
              <a:spcAft>
                <a:spcPts val="1200"/>
              </a:spcAft>
              <a:defRPr sz="1800"/>
            </a:pPr>
            <a:r>
              <a:t>   • Imitation learning + RL fine-tuning?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Q5: Is there a sweet spot between flat and timing-dependent?</a:t>
            </a:r>
          </a:p>
          <a:p>
            <a:pPr>
              <a:spcAft>
                <a:spcPts val="1200"/>
              </a:spcAft>
              <a:defRPr sz="1800"/>
            </a:pPr>
            <a:r>
              <a:t>   • Medium decay rate that balances realism and learnability?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Conclusions: Comparing the Two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OLD MODEL (Weak 45%, Flat Effectiveness):</a:t>
            </a:r>
          </a:p>
          <a:p>
            <a:pPr>
              <a:spcAft>
                <a:spcPts val="1200"/>
              </a:spcAft>
              <a:defRPr sz="1800"/>
            </a:pPr>
            <a:r>
              <a:t>  ✓ 24.21% mean improvement, 100% success rate</a:t>
            </a:r>
          </a:p>
          <a:p>
            <a:pPr>
              <a:spcAft>
                <a:spcPts val="1200"/>
              </a:spcAft>
              <a:defRPr sz="1800"/>
            </a:pPr>
            <a:r>
              <a:t>  ✓ Easier for RL to learn (no timing pressure)</a:t>
            </a:r>
          </a:p>
          <a:p>
            <a:pPr>
              <a:spcAft>
                <a:spcPts val="1200"/>
              </a:spcAft>
              <a:defRPr sz="1800"/>
            </a:pPr>
            <a:r>
              <a:t>  ❌ Unrealistic (reminders don't degrade over time)</a:t>
            </a:r>
          </a:p>
          <a:p>
            <a:pPr>
              <a:spcAft>
                <a:spcPts val="1200"/>
              </a:spcAft>
              <a:defRPr sz="1800"/>
            </a:pPr>
            <a:r>
              <a:t>  ❌ Led to counter-intuitive silence in high stakes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NEW MODEL (Strong 90-100%, Timing-Dependent):</a:t>
            </a:r>
          </a:p>
          <a:p>
            <a:pPr>
              <a:spcAft>
                <a:spcPts val="1200"/>
              </a:spcAft>
              <a:defRPr sz="1800"/>
            </a:pPr>
            <a:r>
              <a:t>  ✓ 13.92% mean improvement, 85.7% success rate</a:t>
            </a:r>
          </a:p>
          <a:p>
            <a:pPr>
              <a:spcAft>
                <a:spcPts val="1200"/>
              </a:spcAft>
              <a:defRPr sz="1800"/>
            </a:pPr>
            <a:r>
              <a:t>  ✓ More realistic (reminders degrade naturally)</a:t>
            </a:r>
          </a:p>
          <a:p>
            <a:pPr>
              <a:spcAft>
                <a:spcPts val="1200"/>
              </a:spcAft>
              <a:defRPr sz="1800"/>
            </a:pPr>
            <a:r>
              <a:t>  ❌ Harder for RL to learn (timing complexity)</a:t>
            </a:r>
          </a:p>
          <a:p>
            <a:pPr>
              <a:spcAft>
                <a:spcPts val="1200"/>
              </a:spcAft>
              <a:defRPr sz="1800"/>
            </a:pPr>
            <a:r>
              <a:t>  ❌ Some complex tasks performed worse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Key Takeaway: Realism vs. Learnability tradeoff</a:t>
            </a:r>
          </a:p>
          <a:p>
            <a:pPr>
              <a:spcAft>
                <a:spcPts val="1200"/>
              </a:spcAft>
              <a:defRPr sz="1800"/>
            </a:pPr>
            <a:r>
              <a:t>  • More realistic models aren't always better for RL optimization</a:t>
            </a:r>
          </a:p>
          <a:p>
            <a:pPr>
              <a:spcAft>
                <a:spcPts val="1200"/>
              </a:spcAft>
              <a:defRPr sz="1800"/>
            </a:pPr>
            <a:r>
              <a:t>  • May need specialized training approaches for timing-dependent systems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Recommendations for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For RL Training:</a:t>
            </a:r>
          </a:p>
          <a:p>
            <a:pPr>
              <a:spcAft>
                <a:spcPts val="1200"/>
              </a:spcAft>
              <a:defRPr sz="1800"/>
            </a:pPr>
            <a:r>
              <a:t>  1. Use curriculum learning (flat → timing-dependent)</a:t>
            </a:r>
          </a:p>
          <a:p>
            <a:pPr>
              <a:spcAft>
                <a:spcPts val="1200"/>
              </a:spcAft>
              <a:defRPr sz="1800"/>
            </a:pPr>
            <a:r>
              <a:t>  2. Increase training duration (200k+ timesteps)</a:t>
            </a:r>
          </a:p>
          <a:p>
            <a:pPr>
              <a:spcAft>
                <a:spcPts val="1200"/>
              </a:spcAft>
              <a:defRPr sz="1800"/>
            </a:pPr>
            <a:r>
              <a:t>  3. Try slower recency decay (λ=0.10 vs 0.20)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For Model Design:</a:t>
            </a:r>
          </a:p>
          <a:p>
            <a:pPr>
              <a:spcAft>
                <a:spcPts val="1200"/>
              </a:spcAft>
              <a:defRPr sz="1800"/>
            </a:pPr>
            <a:r>
              <a:t>  4. Balance realism with learnability</a:t>
            </a:r>
          </a:p>
          <a:p>
            <a:pPr>
              <a:spcAft>
                <a:spcPts val="1200"/>
              </a:spcAft>
              <a:defRPr sz="1800"/>
            </a:pPr>
            <a:r>
              <a:t>  5. Consider hybrid: flat for learning, timing for deployment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For Research:</a:t>
            </a:r>
          </a:p>
          <a:p>
            <a:pPr>
              <a:spcAft>
                <a:spcPts val="1200"/>
              </a:spcAft>
              <a:defRPr sz="1800"/>
            </a:pPr>
            <a:r>
              <a:t>  6. Investigate reward shaping for timing discovery</a:t>
            </a:r>
          </a:p>
          <a:p>
            <a:pPr>
              <a:spcAft>
                <a:spcPts val="1200"/>
              </a:spcAft>
              <a:defRPr sz="1800"/>
            </a:pPr>
            <a:r>
              <a:t>  7. Compare hierarchical vs end-to-end timing learning</a:t>
            </a:r>
          </a:p>
          <a:p>
            <a:pPr>
              <a:spcAft>
                <a:spcPts val="1200"/>
              </a:spcAft>
              <a:defRPr sz="1800"/>
            </a:pPr>
            <a:r>
              <a:t>  8. Test human demonstration bootstrapping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For Practice:</a:t>
            </a:r>
          </a:p>
          <a:p>
            <a:pPr>
              <a:spcAft>
                <a:spcPts val="1200"/>
              </a:spcAft>
              <a:defRPr sz="1800"/>
            </a:pPr>
            <a:r>
              <a:t>  9. Start simple: master intervention strategy before adding timing</a:t>
            </a:r>
          </a:p>
          <a:p>
            <a:pPr>
              <a:spcAft>
                <a:spcPts val="1200"/>
              </a:spcAft>
              <a:defRPr sz="1800"/>
            </a:pPr>
            <a:r>
              <a:t>  10. Monitor complex tasks separately (they need special treatment)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